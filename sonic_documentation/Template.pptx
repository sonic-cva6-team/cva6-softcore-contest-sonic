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1"/>
    <p:restoredTop sz="94660"/>
  </p:normalViewPr>
  <p:slideViewPr>
    <p:cSldViewPr snapToGrid="0">
      <p:cViewPr>
        <p:scale>
          <a:sx n="81" d="100"/>
          <a:sy n="81" d="100"/>
        </p:scale>
        <p:origin x="584" y="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1B9FDE-B1D2-F0EF-62F4-5B7613790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E673C64-965F-46DC-9ACE-33BA5FBF4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82057D-DD65-5277-9370-1352B555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711D-AE7F-BC42-9B6D-B5501D5F8DA6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2F3E8D-E68E-C0D9-FF10-A344B52D6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96DC38-045A-49BA-1C27-2B986C1F4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D1E02-C8F4-4E4D-A0E2-4E760405FE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289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B262D7-953C-F930-70A0-DBFD6F0CA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FAE58E-8632-8F47-24F5-675888D27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5F5175-2773-E604-D224-189A63D5E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711D-AE7F-BC42-9B6D-B5501D5F8DA6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A01D0D-2721-C3CC-2283-634BDABB3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429CE8-CD91-12D5-5831-97DF20B5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D1E02-C8F4-4E4D-A0E2-4E760405FE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7033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394946-5B3A-8459-4252-B670DB2CC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6FD2706-5D07-7858-6220-B6B8B4732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63923D-F3BD-4D90-AA32-970AC2A96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711D-AE7F-BC42-9B6D-B5501D5F8DA6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7029CA-1714-A6A5-A868-6C915F848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30E0EB-17E7-1B63-19E6-72FE2FE9F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D1E02-C8F4-4E4D-A0E2-4E760405FE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6445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DE4DEE-388A-64A6-9002-4F9A1653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C00694-9959-0A28-DAA4-E2F885846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DF36F36-1AFB-6428-5004-4FA6AF695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D71096C-76BE-DE5C-EBC8-200D973B7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711D-AE7F-BC42-9B6D-B5501D5F8DA6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D7A7F94-1930-43E0-090D-B0D86295A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08897AC-BDBA-9FCD-1995-8E1F5703B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D1E02-C8F4-4E4D-A0E2-4E760405FE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5652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A8A24D-D973-CEED-51BC-9103AA246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A52BEB-7515-36D9-95C2-FA460DFD1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057547B-AE3B-B602-DBCD-277D2680E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2EAB5E1-0021-701B-03BA-EC9417667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03B8EAC-1CBF-E33E-44A7-05148C13E7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6EED813-7377-0603-B93D-12DF172E9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711D-AE7F-BC42-9B6D-B5501D5F8DA6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7FADDB3-768B-6E62-0BD8-E3E3031F5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77E937F-8C49-3381-B6ED-2071F4927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D1E02-C8F4-4E4D-A0E2-4E760405FE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6611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DD43A2-F39A-8C24-369B-8B14EADF0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EF39C44-57D4-F491-1A25-70D2C2C58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711D-AE7F-BC42-9B6D-B5501D5F8DA6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D15D54-5C60-ED04-2505-5554D24C5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E473884-3E23-139B-F02C-6C556031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D1E02-C8F4-4E4D-A0E2-4E760405FE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495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5E5BF39-BDEB-3365-FD46-FBDC07BB2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711D-AE7F-BC42-9B6D-B5501D5F8DA6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B2B6746-2298-1DE6-5387-646595B9C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E2F0F1-6AE2-F471-176A-0EB90A36F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D1E02-C8F4-4E4D-A0E2-4E760405FE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3595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E24C04-4A09-23BF-5433-114781750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2B7950-678D-DCC9-EA08-DDACD82D5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F488E5B-B0EE-E749-B4D9-779A05806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A963708-BE63-8B5B-897D-4E768066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711D-AE7F-BC42-9B6D-B5501D5F8DA6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D7CDACA-6BE1-EB42-2F86-30CDEE72A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3606B90-F3C6-7A8F-790C-8345B73FD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D1E02-C8F4-4E4D-A0E2-4E760405FE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4877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C73DF6-C001-2317-26CC-9DBC7B9BD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2C727DA-3A6D-8000-1B71-8159B3BBC8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39AA34A-F9CB-2027-8544-AFB7C10F97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126AF7C-5673-EAD2-B105-3ABC008A5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711D-AE7F-BC42-9B6D-B5501D5F8DA6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212F73A-B1F6-1E2D-97FF-EAA25F58A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A1DE2E2-6505-F29F-9D15-6B75F62D9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D1E02-C8F4-4E4D-A0E2-4E760405FE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3750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82357A-0DF9-DE70-6389-C9DEB9425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7E5E083-F56F-FDF7-3BE9-5BA71FB5A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7C5C60-9150-7B4E-885C-C62B0702D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711D-AE7F-BC42-9B6D-B5501D5F8DA6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5F836-58C9-8C74-F61B-8D815149F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95E3A8-4B99-D32C-2759-EF8F2D0C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D1E02-C8F4-4E4D-A0E2-4E760405FE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3695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797DD1C-AF2F-61B4-0108-1F2F0688A0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6764520-BC52-C22C-E498-DFAB710D31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977E07-3C93-DAC2-13F0-530374E9E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711D-AE7F-BC42-9B6D-B5501D5F8DA6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BEDAAC-4C2C-CFD1-B1B0-CC9AFCCA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1DF257-05B0-B51A-ACBD-7A83388C8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D1E02-C8F4-4E4D-A0E2-4E760405FE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8339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1CCA3C0-43A6-8E2B-032A-497C4FA82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4F702B-33BA-A564-A8FB-6B953337C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44476B-D23E-FA31-F6F2-D45BBE0848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8711D-AE7F-BC42-9B6D-B5501D5F8DA6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62AF8D-8BFB-DC41-CCFA-1A7C6CEFE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E91EA6-F31D-618A-0D0C-1D946E4AD0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9D1E02-C8F4-4E4D-A0E2-4E760405FE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548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;p12">
            <a:extLst>
              <a:ext uri="{FF2B5EF4-FFF2-40B4-BE49-F238E27FC236}">
                <a16:creationId xmlns:a16="http://schemas.microsoft.com/office/drawing/2014/main" id="{BCE8A41B-3616-4D3C-7110-26989E94F3DF}"/>
              </a:ext>
            </a:extLst>
          </p:cNvPr>
          <p:cNvSpPr/>
          <p:nvPr/>
        </p:nvSpPr>
        <p:spPr>
          <a:xfrm>
            <a:off x="0" y="6553201"/>
            <a:ext cx="12192001" cy="304799"/>
          </a:xfrm>
          <a:custGeom>
            <a:avLst/>
            <a:gdLst/>
            <a:ahLst/>
            <a:cxnLst/>
            <a:rect l="l" t="t" r="r" b="b"/>
            <a:pathLst>
              <a:path w="7772400" h="520700" extrusionOk="0">
                <a:moveTo>
                  <a:pt x="0" y="520700"/>
                </a:moveTo>
                <a:lnTo>
                  <a:pt x="7772400" y="520700"/>
                </a:lnTo>
                <a:lnTo>
                  <a:pt x="7772400" y="0"/>
                </a:lnTo>
                <a:lnTo>
                  <a:pt x="0" y="0"/>
                </a:lnTo>
                <a:lnTo>
                  <a:pt x="0" y="520700"/>
                </a:lnTo>
                <a:close/>
              </a:path>
            </a:pathLst>
          </a:custGeom>
          <a:solidFill>
            <a:srgbClr val="3376C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#9Slide01 Tieu de ngan" panose="00000800000000000000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;p12">
            <a:extLst>
              <a:ext uri="{FF2B5EF4-FFF2-40B4-BE49-F238E27FC236}">
                <a16:creationId xmlns:a16="http://schemas.microsoft.com/office/drawing/2014/main" id="{06D31D02-5EFB-24F9-25A2-AA3C1DACEACB}"/>
              </a:ext>
            </a:extLst>
          </p:cNvPr>
          <p:cNvSpPr txBox="1"/>
          <p:nvPr/>
        </p:nvSpPr>
        <p:spPr>
          <a:xfrm>
            <a:off x="1" y="6648644"/>
            <a:ext cx="12191999" cy="29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#9Slide01 Tieu de ngan" panose="00000800000000000000" pitchFamily="2" charset="0"/>
                <a:ea typeface="Arial Rounded"/>
                <a:cs typeface="Arial Rounded"/>
                <a:sym typeface="Arial Rounded"/>
              </a:rPr>
              <a:t>1</a:t>
            </a:fld>
            <a:endParaRPr sz="1200" b="1" i="0" u="none" strike="noStrike" cap="none">
              <a:solidFill>
                <a:schemeClr val="lt1"/>
              </a:solidFill>
              <a:latin typeface="#9Slide01 Tieu de ngan" panose="00000800000000000000" pitchFamily="2" charset="0"/>
              <a:ea typeface="Arial Rounded"/>
              <a:cs typeface="Arial Rounded"/>
              <a:sym typeface="Arial Round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lt1"/>
              </a:solidFill>
              <a:latin typeface="#9Slide01 Tieu de ngan" panose="00000800000000000000" pitchFamily="2" charset="0"/>
              <a:ea typeface="Arial Rounded"/>
              <a:cs typeface="Arial Rounded"/>
              <a:sym typeface="Arial Rounded"/>
            </a:endParaRPr>
          </a:p>
        </p:txBody>
      </p:sp>
      <p:grpSp>
        <p:nvGrpSpPr>
          <p:cNvPr id="6" name="Google Shape;19;p12">
            <a:extLst>
              <a:ext uri="{FF2B5EF4-FFF2-40B4-BE49-F238E27FC236}">
                <a16:creationId xmlns:a16="http://schemas.microsoft.com/office/drawing/2014/main" id="{E151B2E3-E8FA-F5A1-36FF-C6125DBB8679}"/>
              </a:ext>
            </a:extLst>
          </p:cNvPr>
          <p:cNvGrpSpPr/>
          <p:nvPr/>
        </p:nvGrpSpPr>
        <p:grpSpPr>
          <a:xfrm>
            <a:off x="0" y="0"/>
            <a:ext cx="12191999" cy="711516"/>
            <a:chOff x="-1" y="-14888"/>
            <a:chExt cx="7772401" cy="711516"/>
          </a:xfrm>
        </p:grpSpPr>
        <p:sp>
          <p:nvSpPr>
            <p:cNvPr id="7" name="Google Shape;20;p12">
              <a:extLst>
                <a:ext uri="{FF2B5EF4-FFF2-40B4-BE49-F238E27FC236}">
                  <a16:creationId xmlns:a16="http://schemas.microsoft.com/office/drawing/2014/main" id="{73ED2138-5FA2-D8D1-5EAF-7CD4E65320B5}"/>
                </a:ext>
              </a:extLst>
            </p:cNvPr>
            <p:cNvSpPr/>
            <p:nvPr/>
          </p:nvSpPr>
          <p:spPr>
            <a:xfrm>
              <a:off x="0" y="64803"/>
              <a:ext cx="7772400" cy="631825"/>
            </a:xfrm>
            <a:custGeom>
              <a:avLst/>
              <a:gdLst/>
              <a:ahLst/>
              <a:cxnLst/>
              <a:rect l="l" t="t" r="r" b="b"/>
              <a:pathLst>
                <a:path w="7772400" h="631825" extrusionOk="0">
                  <a:moveTo>
                    <a:pt x="0" y="631812"/>
                  </a:moveTo>
                  <a:lnTo>
                    <a:pt x="7772400" y="631812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631812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21;p12">
              <a:extLst>
                <a:ext uri="{FF2B5EF4-FFF2-40B4-BE49-F238E27FC236}">
                  <a16:creationId xmlns:a16="http://schemas.microsoft.com/office/drawing/2014/main" id="{79E8772C-2CE7-5468-BC46-6ACD165F91F5}"/>
                </a:ext>
              </a:extLst>
            </p:cNvPr>
            <p:cNvSpPr/>
            <p:nvPr/>
          </p:nvSpPr>
          <p:spPr>
            <a:xfrm>
              <a:off x="-1" y="-14888"/>
              <a:ext cx="7772400" cy="109855"/>
            </a:xfrm>
            <a:custGeom>
              <a:avLst/>
              <a:gdLst/>
              <a:ahLst/>
              <a:cxnLst/>
              <a:rect l="l" t="t" r="r" b="b"/>
              <a:pathLst>
                <a:path w="7772400" h="109854" extrusionOk="0">
                  <a:moveTo>
                    <a:pt x="0" y="109600"/>
                  </a:moveTo>
                  <a:lnTo>
                    <a:pt x="7772400" y="109600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10960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Google Shape;22;p12">
            <a:extLst>
              <a:ext uri="{FF2B5EF4-FFF2-40B4-BE49-F238E27FC236}">
                <a16:creationId xmlns:a16="http://schemas.microsoft.com/office/drawing/2014/main" id="{126EA06F-4BFC-3156-82D8-BC86528588DF}"/>
              </a:ext>
            </a:extLst>
          </p:cNvPr>
          <p:cNvSpPr txBox="1"/>
          <p:nvPr/>
        </p:nvSpPr>
        <p:spPr>
          <a:xfrm>
            <a:off x="1" y="6553200"/>
            <a:ext cx="221054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#9Slide01 Tieu de ngan" panose="00000800000000000000" pitchFamily="2" charset="0"/>
                <a:ea typeface="Arial"/>
                <a:cs typeface="Arial"/>
                <a:sym typeface="Arial"/>
              </a:rPr>
              <a:t>© 2025</a:t>
            </a:r>
            <a:r>
              <a:rPr lang="vi-VN" sz="1200" b="1" i="0" u="none" strike="noStrike" cap="none" dirty="0">
                <a:solidFill>
                  <a:srgbClr val="FFFFFF"/>
                </a:solidFill>
                <a:latin typeface="#9Slide01 Tieu de ngan" panose="00000800000000000000" pitchFamily="2" charset="0"/>
                <a:ea typeface="Arial"/>
                <a:cs typeface="Arial"/>
                <a:sym typeface="Arial"/>
              </a:rPr>
              <a:t> IMT Atlantique</a:t>
            </a:r>
            <a:endParaRPr sz="1200" b="1" i="0" u="none" strike="noStrike" cap="none" dirty="0">
              <a:solidFill>
                <a:srgbClr val="FFFFFF"/>
              </a:solidFill>
              <a:latin typeface="#9Slide01 Tieu de ngan" panose="00000800000000000000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3;p12">
            <a:extLst>
              <a:ext uri="{FF2B5EF4-FFF2-40B4-BE49-F238E27FC236}">
                <a16:creationId xmlns:a16="http://schemas.microsoft.com/office/drawing/2014/main" id="{EC0D5E47-7EBC-46D9-D934-5D3AB763774D}"/>
              </a:ext>
            </a:extLst>
          </p:cNvPr>
          <p:cNvSpPr txBox="1"/>
          <p:nvPr/>
        </p:nvSpPr>
        <p:spPr>
          <a:xfrm>
            <a:off x="10776521" y="6550223"/>
            <a:ext cx="14154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rgbClr val="FFFFFF"/>
              </a:solidFill>
              <a:latin typeface="#9Slide01 Tieu de ngan" panose="00000800000000000000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11" name="Hộp Văn bản 13">
            <a:extLst>
              <a:ext uri="{FF2B5EF4-FFF2-40B4-BE49-F238E27FC236}">
                <a16:creationId xmlns:a16="http://schemas.microsoft.com/office/drawing/2014/main" id="{B929DE47-BB80-900C-F68D-AC7382395568}"/>
              </a:ext>
            </a:extLst>
          </p:cNvPr>
          <p:cNvSpPr txBox="1"/>
          <p:nvPr/>
        </p:nvSpPr>
        <p:spPr>
          <a:xfrm>
            <a:off x="-3" y="112215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4800" spc="-150" dirty="0">
                <a:latin typeface="LM Roman 9" pitchFamily="2" charset="77"/>
                <a:ea typeface="#9Slide02 Tieu de dai" panose="02000000000000000000" pitchFamily="2" charset="0"/>
                <a:cs typeface="Angsana New" panose="02020603050405020304" pitchFamily="18" charset="-34"/>
                <a:sym typeface="Arial"/>
              </a:rPr>
              <a:t>Template for Slides</a:t>
            </a:r>
          </a:p>
        </p:txBody>
      </p:sp>
      <p:sp>
        <p:nvSpPr>
          <p:cNvPr id="12" name="Hộp Văn bản 13">
            <a:extLst>
              <a:ext uri="{FF2B5EF4-FFF2-40B4-BE49-F238E27FC236}">
                <a16:creationId xmlns:a16="http://schemas.microsoft.com/office/drawing/2014/main" id="{FF797C6D-DA35-332E-1BF4-C57E8E0236F8}"/>
              </a:ext>
            </a:extLst>
          </p:cNvPr>
          <p:cNvSpPr txBox="1"/>
          <p:nvPr/>
        </p:nvSpPr>
        <p:spPr>
          <a:xfrm>
            <a:off x="0" y="1743033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2000" i="1" u="sng" spc="-150" dirty="0">
                <a:latin typeface="LM Roman 9" pitchFamily="2" charset="77"/>
                <a:ea typeface="#9Slide02 Tieu de dai" panose="02000000000000000000" pitchFamily="2" charset="0"/>
                <a:cs typeface="Angsana New" panose="02020603050405020304" pitchFamily="18" charset="-34"/>
                <a:sym typeface="Arial"/>
              </a:rPr>
              <a:t>Team Sonic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3CA85B13-EEAF-86A7-4A4A-D22CED33CAE5}"/>
              </a:ext>
            </a:extLst>
          </p:cNvPr>
          <p:cNvGrpSpPr/>
          <p:nvPr/>
        </p:nvGrpSpPr>
        <p:grpSpPr>
          <a:xfrm>
            <a:off x="3197579" y="2597382"/>
            <a:ext cx="5796841" cy="3498602"/>
            <a:chOff x="3583642" y="2499267"/>
            <a:chExt cx="5024710" cy="3032593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7FBC947B-9B26-CDA3-0D69-2329219DCE15}"/>
                </a:ext>
              </a:extLst>
            </p:cNvPr>
            <p:cNvGrpSpPr/>
            <p:nvPr/>
          </p:nvGrpSpPr>
          <p:grpSpPr>
            <a:xfrm>
              <a:off x="4159282" y="3887953"/>
              <a:ext cx="3873430" cy="1643907"/>
              <a:chOff x="4073141" y="3741457"/>
              <a:chExt cx="3873430" cy="1643907"/>
            </a:xfrm>
          </p:grpSpPr>
          <p:sp>
            <p:nvSpPr>
              <p:cNvPr id="13" name="Hộp Văn bản 13">
                <a:extLst>
                  <a:ext uri="{FF2B5EF4-FFF2-40B4-BE49-F238E27FC236}">
                    <a16:creationId xmlns:a16="http://schemas.microsoft.com/office/drawing/2014/main" id="{81C4A7A5-18F1-CC08-D09B-90D0B5DB9CD7}"/>
                  </a:ext>
                </a:extLst>
              </p:cNvPr>
              <p:cNvSpPr txBox="1"/>
              <p:nvPr/>
            </p:nvSpPr>
            <p:spPr>
              <a:xfrm>
                <a:off x="5876395" y="4050574"/>
                <a:ext cx="2070176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vi-VN" sz="2000" i="1" spc="-150" dirty="0">
                    <a:latin typeface="LM Roman 10" pitchFamily="2" charset="77"/>
                    <a:ea typeface="#9Slide02 Tieu de dai" panose="02000000000000000000" pitchFamily="2" charset="0"/>
                    <a:cs typeface="Angsana New" panose="02020603050405020304" pitchFamily="18" charset="-34"/>
                    <a:sym typeface="Arial"/>
                  </a:rPr>
                  <a:t>Martin ROUXEL</a:t>
                </a:r>
                <a:br>
                  <a:rPr lang="vi-VN" sz="2000" i="1" spc="-150" dirty="0">
                    <a:latin typeface="LM Roman 10" pitchFamily="2" charset="77"/>
                    <a:ea typeface="#9Slide02 Tieu de dai" panose="02000000000000000000" pitchFamily="2" charset="0"/>
                    <a:cs typeface="Angsana New" panose="02020603050405020304" pitchFamily="18" charset="-34"/>
                    <a:sym typeface="Arial"/>
                  </a:rPr>
                </a:br>
                <a:r>
                  <a:rPr lang="vi-VN" sz="2000" i="1" spc="-150" dirty="0">
                    <a:latin typeface="LM Roman 10" pitchFamily="2" charset="77"/>
                    <a:ea typeface="#9Slide02 Tieu de dai" panose="02000000000000000000" pitchFamily="2" charset="0"/>
                    <a:cs typeface="Angsana New" panose="02020603050405020304" pitchFamily="18" charset="-34"/>
                    <a:sym typeface="Arial"/>
                  </a:rPr>
                  <a:t>Thanh-Thang VO</a:t>
                </a:r>
              </a:p>
              <a:p>
                <a:r>
                  <a:rPr lang="vi-VN" sz="2000" i="1" spc="-150" dirty="0">
                    <a:latin typeface="LM Roman 10" pitchFamily="2" charset="77"/>
                    <a:ea typeface="#9Slide02 Tieu de dai" panose="02000000000000000000" pitchFamily="2" charset="0"/>
                    <a:cs typeface="Angsana New" panose="02020603050405020304" pitchFamily="18" charset="-34"/>
                    <a:sym typeface="Arial"/>
                  </a:rPr>
                  <a:t>Oussama MAKNI</a:t>
                </a:r>
              </a:p>
            </p:txBody>
          </p:sp>
          <p:pic>
            <p:nvPicPr>
              <p:cNvPr id="15" name="Picture 13">
                <a:extLst>
                  <a:ext uri="{FF2B5EF4-FFF2-40B4-BE49-F238E27FC236}">
                    <a16:creationId xmlns:a16="http://schemas.microsoft.com/office/drawing/2014/main" id="{28781BDF-6A1C-8998-7611-CA801A1FE4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12821"/>
              <a:stretch>
                <a:fillRect/>
              </a:stretch>
            </p:blipFill>
            <p:spPr>
              <a:xfrm>
                <a:off x="4073141" y="3741457"/>
                <a:ext cx="1803254" cy="1643907"/>
              </a:xfrm>
              <a:prstGeom prst="rect">
                <a:avLst/>
              </a:prstGeom>
            </p:spPr>
          </p:pic>
        </p:grpSp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F545C39E-9B26-C666-C681-F758686FBFAC}"/>
                </a:ext>
              </a:extLst>
            </p:cNvPr>
            <p:cNvGrpSpPr/>
            <p:nvPr/>
          </p:nvGrpSpPr>
          <p:grpSpPr>
            <a:xfrm>
              <a:off x="3583642" y="2499267"/>
              <a:ext cx="5024710" cy="1291796"/>
              <a:chOff x="3855548" y="3523936"/>
              <a:chExt cx="5024710" cy="1291796"/>
            </a:xfrm>
          </p:grpSpPr>
          <p:pic>
            <p:nvPicPr>
              <p:cNvPr id="16" name="Image 15">
                <a:extLst>
                  <a:ext uri="{FF2B5EF4-FFF2-40B4-BE49-F238E27FC236}">
                    <a16:creationId xmlns:a16="http://schemas.microsoft.com/office/drawing/2014/main" id="{1662061A-010A-4649-B106-0D15EBD826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23032" y="3523936"/>
                <a:ext cx="3257226" cy="1291796"/>
              </a:xfrm>
              <a:prstGeom prst="rect">
                <a:avLst/>
              </a:prstGeom>
            </p:spPr>
          </p:pic>
          <p:pic>
            <p:nvPicPr>
              <p:cNvPr id="3" name="Image 2" descr="Une image contenant Graphique, graphisme, capture d’écran, Police&#10;&#10;Le contenu généré par l’IA peut être incorrect.">
                <a:extLst>
                  <a:ext uri="{FF2B5EF4-FFF2-40B4-BE49-F238E27FC236}">
                    <a16:creationId xmlns:a16="http://schemas.microsoft.com/office/drawing/2014/main" id="{97735471-C4EE-9667-82F6-E9C2DB7931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55548" y="3749789"/>
                <a:ext cx="1572620" cy="97062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996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45898-74FB-D484-A758-06A26E2A8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;p12">
            <a:extLst>
              <a:ext uri="{FF2B5EF4-FFF2-40B4-BE49-F238E27FC236}">
                <a16:creationId xmlns:a16="http://schemas.microsoft.com/office/drawing/2014/main" id="{6C147D05-824B-CE02-61CB-D5312CA00E23}"/>
              </a:ext>
            </a:extLst>
          </p:cNvPr>
          <p:cNvSpPr/>
          <p:nvPr/>
        </p:nvSpPr>
        <p:spPr>
          <a:xfrm>
            <a:off x="0" y="6553201"/>
            <a:ext cx="12192001" cy="304799"/>
          </a:xfrm>
          <a:custGeom>
            <a:avLst/>
            <a:gdLst/>
            <a:ahLst/>
            <a:cxnLst/>
            <a:rect l="l" t="t" r="r" b="b"/>
            <a:pathLst>
              <a:path w="7772400" h="520700" extrusionOk="0">
                <a:moveTo>
                  <a:pt x="0" y="520700"/>
                </a:moveTo>
                <a:lnTo>
                  <a:pt x="7772400" y="520700"/>
                </a:lnTo>
                <a:lnTo>
                  <a:pt x="7772400" y="0"/>
                </a:lnTo>
                <a:lnTo>
                  <a:pt x="0" y="0"/>
                </a:lnTo>
                <a:lnTo>
                  <a:pt x="0" y="520700"/>
                </a:lnTo>
                <a:close/>
              </a:path>
            </a:pathLst>
          </a:custGeom>
          <a:solidFill>
            <a:srgbClr val="3376C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#9Slide01 Tieu de ngan" panose="00000800000000000000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;p12">
            <a:extLst>
              <a:ext uri="{FF2B5EF4-FFF2-40B4-BE49-F238E27FC236}">
                <a16:creationId xmlns:a16="http://schemas.microsoft.com/office/drawing/2014/main" id="{9059C053-C984-E4BF-2FBE-FEF744625147}"/>
              </a:ext>
            </a:extLst>
          </p:cNvPr>
          <p:cNvSpPr txBox="1"/>
          <p:nvPr/>
        </p:nvSpPr>
        <p:spPr>
          <a:xfrm>
            <a:off x="1" y="6648644"/>
            <a:ext cx="12191999" cy="29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#9Slide01 Tieu de ngan" panose="00000800000000000000" pitchFamily="2" charset="0"/>
                <a:ea typeface="Arial Rounded"/>
                <a:cs typeface="Arial Rounded"/>
                <a:sym typeface="Arial Rounded"/>
              </a:rPr>
              <a:t>2</a:t>
            </a:fld>
            <a:endParaRPr sz="1200" b="1" i="0" u="none" strike="noStrike" cap="none">
              <a:solidFill>
                <a:schemeClr val="lt1"/>
              </a:solidFill>
              <a:latin typeface="#9Slide01 Tieu de ngan" panose="00000800000000000000" pitchFamily="2" charset="0"/>
              <a:ea typeface="Arial Rounded"/>
              <a:cs typeface="Arial Rounded"/>
              <a:sym typeface="Arial Round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lt1"/>
              </a:solidFill>
              <a:latin typeface="#9Slide01 Tieu de ngan" panose="00000800000000000000" pitchFamily="2" charset="0"/>
              <a:ea typeface="Arial Rounded"/>
              <a:cs typeface="Arial Rounded"/>
              <a:sym typeface="Arial Rounded"/>
            </a:endParaRPr>
          </a:p>
        </p:txBody>
      </p:sp>
      <p:grpSp>
        <p:nvGrpSpPr>
          <p:cNvPr id="6" name="Google Shape;19;p12">
            <a:extLst>
              <a:ext uri="{FF2B5EF4-FFF2-40B4-BE49-F238E27FC236}">
                <a16:creationId xmlns:a16="http://schemas.microsoft.com/office/drawing/2014/main" id="{7E9E1A56-203F-2824-349F-83A232BFF209}"/>
              </a:ext>
            </a:extLst>
          </p:cNvPr>
          <p:cNvGrpSpPr/>
          <p:nvPr/>
        </p:nvGrpSpPr>
        <p:grpSpPr>
          <a:xfrm>
            <a:off x="0" y="0"/>
            <a:ext cx="12191999" cy="711516"/>
            <a:chOff x="-1" y="-14888"/>
            <a:chExt cx="7772401" cy="711516"/>
          </a:xfrm>
        </p:grpSpPr>
        <p:sp>
          <p:nvSpPr>
            <p:cNvPr id="7" name="Google Shape;20;p12">
              <a:extLst>
                <a:ext uri="{FF2B5EF4-FFF2-40B4-BE49-F238E27FC236}">
                  <a16:creationId xmlns:a16="http://schemas.microsoft.com/office/drawing/2014/main" id="{CA3F7BB0-0973-C80C-9594-28F91CF06A7E}"/>
                </a:ext>
              </a:extLst>
            </p:cNvPr>
            <p:cNvSpPr/>
            <p:nvPr/>
          </p:nvSpPr>
          <p:spPr>
            <a:xfrm>
              <a:off x="0" y="64803"/>
              <a:ext cx="7772400" cy="631825"/>
            </a:xfrm>
            <a:custGeom>
              <a:avLst/>
              <a:gdLst/>
              <a:ahLst/>
              <a:cxnLst/>
              <a:rect l="l" t="t" r="r" b="b"/>
              <a:pathLst>
                <a:path w="7772400" h="631825" extrusionOk="0">
                  <a:moveTo>
                    <a:pt x="0" y="631812"/>
                  </a:moveTo>
                  <a:lnTo>
                    <a:pt x="7772400" y="631812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631812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21;p12">
              <a:extLst>
                <a:ext uri="{FF2B5EF4-FFF2-40B4-BE49-F238E27FC236}">
                  <a16:creationId xmlns:a16="http://schemas.microsoft.com/office/drawing/2014/main" id="{6D2198E5-0DF7-CC8A-CD23-03AB46D9CF51}"/>
                </a:ext>
              </a:extLst>
            </p:cNvPr>
            <p:cNvSpPr/>
            <p:nvPr/>
          </p:nvSpPr>
          <p:spPr>
            <a:xfrm>
              <a:off x="-1" y="-14888"/>
              <a:ext cx="7772400" cy="109855"/>
            </a:xfrm>
            <a:custGeom>
              <a:avLst/>
              <a:gdLst/>
              <a:ahLst/>
              <a:cxnLst/>
              <a:rect l="l" t="t" r="r" b="b"/>
              <a:pathLst>
                <a:path w="7772400" h="109854" extrusionOk="0">
                  <a:moveTo>
                    <a:pt x="0" y="109600"/>
                  </a:moveTo>
                  <a:lnTo>
                    <a:pt x="7772400" y="109600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10960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Google Shape;22;p12">
            <a:extLst>
              <a:ext uri="{FF2B5EF4-FFF2-40B4-BE49-F238E27FC236}">
                <a16:creationId xmlns:a16="http://schemas.microsoft.com/office/drawing/2014/main" id="{4E974F30-4901-3100-7F4C-A692D980B108}"/>
              </a:ext>
            </a:extLst>
          </p:cNvPr>
          <p:cNvSpPr txBox="1"/>
          <p:nvPr/>
        </p:nvSpPr>
        <p:spPr>
          <a:xfrm>
            <a:off x="1" y="6553200"/>
            <a:ext cx="221054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#9Slide01 Tieu de ngan" panose="00000800000000000000" pitchFamily="2" charset="0"/>
                <a:ea typeface="Arial"/>
                <a:cs typeface="Arial"/>
                <a:sym typeface="Arial"/>
              </a:rPr>
              <a:t>© 2025</a:t>
            </a:r>
            <a:r>
              <a:rPr lang="vi-VN" sz="1200" b="1" i="0" u="none" strike="noStrike" cap="none" dirty="0">
                <a:solidFill>
                  <a:srgbClr val="FFFFFF"/>
                </a:solidFill>
                <a:latin typeface="#9Slide01 Tieu de ngan" panose="00000800000000000000" pitchFamily="2" charset="0"/>
                <a:ea typeface="Arial"/>
                <a:cs typeface="Arial"/>
                <a:sym typeface="Arial"/>
              </a:rPr>
              <a:t> IMT Atlantique</a:t>
            </a:r>
            <a:endParaRPr sz="1200" b="1" i="0" u="none" strike="noStrike" cap="none" dirty="0">
              <a:solidFill>
                <a:srgbClr val="FFFFFF"/>
              </a:solidFill>
              <a:latin typeface="#9Slide01 Tieu de ngan" panose="00000800000000000000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3;p12">
            <a:extLst>
              <a:ext uri="{FF2B5EF4-FFF2-40B4-BE49-F238E27FC236}">
                <a16:creationId xmlns:a16="http://schemas.microsoft.com/office/drawing/2014/main" id="{6F7D326D-3FB6-0EB7-457B-ED21CF2F07DA}"/>
              </a:ext>
            </a:extLst>
          </p:cNvPr>
          <p:cNvSpPr txBox="1"/>
          <p:nvPr/>
        </p:nvSpPr>
        <p:spPr>
          <a:xfrm>
            <a:off x="10776521" y="6550223"/>
            <a:ext cx="14154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rgbClr val="FFFFFF"/>
              </a:solidFill>
              <a:latin typeface="#9Slide01 Tieu de ngan" panose="00000800000000000000" pitchFamily="2" charset="0"/>
              <a:ea typeface="Arial"/>
              <a:cs typeface="Arial"/>
              <a:sym typeface="Arial"/>
            </a:endParaRP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27AB802D-B647-ADCC-4436-9CE8D8D1402D}"/>
              </a:ext>
            </a:extLst>
          </p:cNvPr>
          <p:cNvGrpSpPr/>
          <p:nvPr/>
        </p:nvGrpSpPr>
        <p:grpSpPr>
          <a:xfrm>
            <a:off x="515349" y="1057927"/>
            <a:ext cx="11273425" cy="3939540"/>
            <a:chOff x="661877" y="1057927"/>
            <a:chExt cx="12192000" cy="3939540"/>
          </a:xfrm>
        </p:grpSpPr>
        <p:sp>
          <p:nvSpPr>
            <p:cNvPr id="2" name="Hộp Văn bản 13">
              <a:extLst>
                <a:ext uri="{FF2B5EF4-FFF2-40B4-BE49-F238E27FC236}">
                  <a16:creationId xmlns:a16="http://schemas.microsoft.com/office/drawing/2014/main" id="{ADBC4B17-C4A8-DC65-9F0A-3EAA9DFB7F69}"/>
                </a:ext>
              </a:extLst>
            </p:cNvPr>
            <p:cNvSpPr txBox="1"/>
            <p:nvPr/>
          </p:nvSpPr>
          <p:spPr>
            <a:xfrm>
              <a:off x="661877" y="1057927"/>
              <a:ext cx="121920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vi-VN" sz="4800" spc="-150" dirty="0">
                  <a:latin typeface="LM Roman 9" pitchFamily="2" charset="77"/>
                  <a:ea typeface="#9Slide02 Tieu de dai" panose="02000000000000000000" pitchFamily="2" charset="0"/>
                  <a:cs typeface="Angsana New" panose="02020603050405020304" pitchFamily="18" charset="-34"/>
                  <a:sym typeface="Arial"/>
                </a:rPr>
                <a:t>Summary :</a:t>
              </a:r>
            </a:p>
          </p:txBody>
        </p:sp>
        <p:sp>
          <p:nvSpPr>
            <p:cNvPr id="3" name="Hộp Văn bản 13">
              <a:extLst>
                <a:ext uri="{FF2B5EF4-FFF2-40B4-BE49-F238E27FC236}">
                  <a16:creationId xmlns:a16="http://schemas.microsoft.com/office/drawing/2014/main" id="{F50D3375-3DB2-EF4C-5B00-0DC47055E2C7}"/>
                </a:ext>
              </a:extLst>
            </p:cNvPr>
            <p:cNvSpPr txBox="1"/>
            <p:nvPr/>
          </p:nvSpPr>
          <p:spPr>
            <a:xfrm>
              <a:off x="661877" y="1888924"/>
              <a:ext cx="5494755" cy="31085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Tx/>
                <a:buChar char="-"/>
              </a:pPr>
              <a:r>
                <a:rPr lang="vi-VN" sz="2800" spc="-150" dirty="0">
                  <a:latin typeface="LM Roman 9" pitchFamily="2" charset="77"/>
                  <a:ea typeface="#9Slide02 Tieu de dai" panose="02000000000000000000" pitchFamily="2" charset="0"/>
                  <a:cs typeface="Angsana New" panose="02020603050405020304" pitchFamily="18" charset="-34"/>
                  <a:sym typeface="Arial"/>
                </a:rPr>
                <a:t>Item 1</a:t>
              </a:r>
            </a:p>
            <a:p>
              <a:pPr marL="457200" indent="-457200">
                <a:buFontTx/>
                <a:buChar char="-"/>
              </a:pPr>
              <a:r>
                <a:rPr lang="vi-VN" sz="2800" spc="-150" dirty="0">
                  <a:latin typeface="LM Roman 9" pitchFamily="2" charset="77"/>
                  <a:ea typeface="#9Slide02 Tieu de dai" panose="02000000000000000000" pitchFamily="2" charset="0"/>
                  <a:cs typeface="Angsana New" panose="02020603050405020304" pitchFamily="18" charset="-34"/>
                  <a:sym typeface="Arial"/>
                </a:rPr>
                <a:t>Item 2</a:t>
              </a:r>
            </a:p>
            <a:p>
              <a:pPr marL="457200" indent="-457200">
                <a:buFontTx/>
                <a:buChar char="-"/>
              </a:pPr>
              <a:r>
                <a:rPr lang="vi-VN" sz="2800" spc="-150" dirty="0">
                  <a:latin typeface="LM Roman 9" pitchFamily="2" charset="77"/>
                  <a:ea typeface="#9Slide02 Tieu de dai" panose="02000000000000000000" pitchFamily="2" charset="0"/>
                  <a:cs typeface="Angsana New" panose="02020603050405020304" pitchFamily="18" charset="-34"/>
                  <a:sym typeface="Arial"/>
                </a:rPr>
                <a:t>Item 3</a:t>
              </a:r>
            </a:p>
            <a:p>
              <a:pPr marL="457200" indent="-457200">
                <a:buFontTx/>
                <a:buChar char="-"/>
              </a:pPr>
              <a:r>
                <a:rPr lang="vi-VN" sz="2800" spc="-150" dirty="0">
                  <a:latin typeface="LM Roman 9" pitchFamily="2" charset="77"/>
                  <a:ea typeface="#9Slide02 Tieu de dai" panose="02000000000000000000" pitchFamily="2" charset="0"/>
                  <a:cs typeface="Angsana New" panose="02020603050405020304" pitchFamily="18" charset="-34"/>
                  <a:sym typeface="Arial"/>
                </a:rPr>
                <a:t>Longer Item 4 That should just keep its head down</a:t>
              </a:r>
            </a:p>
            <a:p>
              <a:pPr marL="457200" indent="-457200">
                <a:buFontTx/>
                <a:buChar char="-"/>
              </a:pPr>
              <a:r>
                <a:rPr lang="vi-VN" sz="2800" spc="-150" dirty="0">
                  <a:latin typeface="LM Roman 9" pitchFamily="2" charset="77"/>
                  <a:ea typeface="#9Slide02 Tieu de dai" panose="02000000000000000000" pitchFamily="2" charset="0"/>
                  <a:cs typeface="Angsana New" panose="02020603050405020304" pitchFamily="18" charset="-34"/>
                  <a:sym typeface="Arial"/>
                </a:rPr>
                <a:t>This only takes half the space and should not go any further</a:t>
              </a:r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48A2B108-C902-D8E4-0BAC-85C6EEC75A21}"/>
              </a:ext>
            </a:extLst>
          </p:cNvPr>
          <p:cNvGrpSpPr/>
          <p:nvPr/>
        </p:nvGrpSpPr>
        <p:grpSpPr>
          <a:xfrm>
            <a:off x="7014576" y="1205630"/>
            <a:ext cx="4561867" cy="4446740"/>
            <a:chOff x="7114784" y="1265129"/>
            <a:chExt cx="4561867" cy="4446740"/>
          </a:xfrm>
        </p:grpSpPr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CD5BD8F4-EB10-F82A-093F-2D860D7E1B4B}"/>
                </a:ext>
              </a:extLst>
            </p:cNvPr>
            <p:cNvCxnSpPr/>
            <p:nvPr/>
          </p:nvCxnSpPr>
          <p:spPr>
            <a:xfrm>
              <a:off x="7114784" y="1265129"/>
              <a:ext cx="4561867" cy="444674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024A088D-DB20-D578-14DD-8D51196059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4784" y="1296026"/>
              <a:ext cx="4541729" cy="441584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D38D433-867C-D3DF-DE36-8C193B3D9DA2}"/>
                </a:ext>
              </a:extLst>
            </p:cNvPr>
            <p:cNvSpPr/>
            <p:nvPr/>
          </p:nvSpPr>
          <p:spPr>
            <a:xfrm>
              <a:off x="7114784" y="1265129"/>
              <a:ext cx="4561867" cy="44467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6ED64BA-39D0-8B48-962B-E2956C7FBF2D}"/>
                </a:ext>
              </a:extLst>
            </p:cNvPr>
            <p:cNvSpPr/>
            <p:nvPr/>
          </p:nvSpPr>
          <p:spPr>
            <a:xfrm>
              <a:off x="8317282" y="2951946"/>
              <a:ext cx="2154477" cy="9541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Hộp Văn bản 13">
              <a:extLst>
                <a:ext uri="{FF2B5EF4-FFF2-40B4-BE49-F238E27FC236}">
                  <a16:creationId xmlns:a16="http://schemas.microsoft.com/office/drawing/2014/main" id="{967AB27C-9921-E53A-8825-4D33979A1610}"/>
                </a:ext>
              </a:extLst>
            </p:cNvPr>
            <p:cNvSpPr txBox="1"/>
            <p:nvPr/>
          </p:nvSpPr>
          <p:spPr>
            <a:xfrm>
              <a:off x="8026205" y="2951946"/>
              <a:ext cx="273902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vi-VN" sz="2800" spc="-150" dirty="0">
                  <a:latin typeface="LM Roman 9" pitchFamily="2" charset="77"/>
                  <a:ea typeface="#9Slide02 Tieu de dai" panose="02000000000000000000" pitchFamily="2" charset="0"/>
                  <a:cs typeface="Angsana New" panose="02020603050405020304" pitchFamily="18" charset="-34"/>
                  <a:sym typeface="Arial"/>
                </a:rPr>
                <a:t>Maybe put a figure in there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2930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9D4F1-3BDB-3435-998F-50D66E70D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3465A8B-CB6A-CA40-A3B2-6D15660CEDB0}"/>
              </a:ext>
            </a:extLst>
          </p:cNvPr>
          <p:cNvSpPr/>
          <p:nvPr/>
        </p:nvSpPr>
        <p:spPr>
          <a:xfrm>
            <a:off x="459285" y="1057928"/>
            <a:ext cx="11273425" cy="51429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Google Shape;15;p12">
            <a:extLst>
              <a:ext uri="{FF2B5EF4-FFF2-40B4-BE49-F238E27FC236}">
                <a16:creationId xmlns:a16="http://schemas.microsoft.com/office/drawing/2014/main" id="{0391B3FB-F035-E257-0621-96DBE3C9D803}"/>
              </a:ext>
            </a:extLst>
          </p:cNvPr>
          <p:cNvSpPr/>
          <p:nvPr/>
        </p:nvSpPr>
        <p:spPr>
          <a:xfrm>
            <a:off x="0" y="6553201"/>
            <a:ext cx="12192001" cy="304799"/>
          </a:xfrm>
          <a:custGeom>
            <a:avLst/>
            <a:gdLst/>
            <a:ahLst/>
            <a:cxnLst/>
            <a:rect l="l" t="t" r="r" b="b"/>
            <a:pathLst>
              <a:path w="7772400" h="520700" extrusionOk="0">
                <a:moveTo>
                  <a:pt x="0" y="520700"/>
                </a:moveTo>
                <a:lnTo>
                  <a:pt x="7772400" y="520700"/>
                </a:lnTo>
                <a:lnTo>
                  <a:pt x="7772400" y="0"/>
                </a:lnTo>
                <a:lnTo>
                  <a:pt x="0" y="0"/>
                </a:lnTo>
                <a:lnTo>
                  <a:pt x="0" y="520700"/>
                </a:lnTo>
                <a:close/>
              </a:path>
            </a:pathLst>
          </a:custGeom>
          <a:solidFill>
            <a:srgbClr val="3376C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#9Slide01 Tieu de ngan" panose="00000800000000000000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;p12">
            <a:extLst>
              <a:ext uri="{FF2B5EF4-FFF2-40B4-BE49-F238E27FC236}">
                <a16:creationId xmlns:a16="http://schemas.microsoft.com/office/drawing/2014/main" id="{F74F69DE-74A0-8ADA-7799-A9E839875441}"/>
              </a:ext>
            </a:extLst>
          </p:cNvPr>
          <p:cNvSpPr txBox="1"/>
          <p:nvPr/>
        </p:nvSpPr>
        <p:spPr>
          <a:xfrm>
            <a:off x="1" y="6648644"/>
            <a:ext cx="12191999" cy="29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#9Slide01 Tieu de ngan" panose="00000800000000000000" pitchFamily="2" charset="0"/>
                <a:ea typeface="Arial Rounded"/>
                <a:cs typeface="Arial Rounded"/>
                <a:sym typeface="Arial Rounded"/>
              </a:rPr>
              <a:t>3</a:t>
            </a:fld>
            <a:endParaRPr sz="1200" b="1" i="0" u="none" strike="noStrike" cap="none">
              <a:solidFill>
                <a:schemeClr val="lt1"/>
              </a:solidFill>
              <a:latin typeface="#9Slide01 Tieu de ngan" panose="00000800000000000000" pitchFamily="2" charset="0"/>
              <a:ea typeface="Arial Rounded"/>
              <a:cs typeface="Arial Rounded"/>
              <a:sym typeface="Arial Round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lt1"/>
              </a:solidFill>
              <a:latin typeface="#9Slide01 Tieu de ngan" panose="00000800000000000000" pitchFamily="2" charset="0"/>
              <a:ea typeface="Arial Rounded"/>
              <a:cs typeface="Arial Rounded"/>
              <a:sym typeface="Arial Rounded"/>
            </a:endParaRPr>
          </a:p>
        </p:txBody>
      </p:sp>
      <p:grpSp>
        <p:nvGrpSpPr>
          <p:cNvPr id="6" name="Google Shape;19;p12">
            <a:extLst>
              <a:ext uri="{FF2B5EF4-FFF2-40B4-BE49-F238E27FC236}">
                <a16:creationId xmlns:a16="http://schemas.microsoft.com/office/drawing/2014/main" id="{4E0FA739-C951-07F0-FAB5-9206A499F724}"/>
              </a:ext>
            </a:extLst>
          </p:cNvPr>
          <p:cNvGrpSpPr/>
          <p:nvPr/>
        </p:nvGrpSpPr>
        <p:grpSpPr>
          <a:xfrm>
            <a:off x="0" y="0"/>
            <a:ext cx="12191999" cy="711516"/>
            <a:chOff x="-1" y="-14888"/>
            <a:chExt cx="7772401" cy="711516"/>
          </a:xfrm>
        </p:grpSpPr>
        <p:sp>
          <p:nvSpPr>
            <p:cNvPr id="7" name="Google Shape;20;p12">
              <a:extLst>
                <a:ext uri="{FF2B5EF4-FFF2-40B4-BE49-F238E27FC236}">
                  <a16:creationId xmlns:a16="http://schemas.microsoft.com/office/drawing/2014/main" id="{119955D9-11F7-9BD2-3961-278C112B7BE2}"/>
                </a:ext>
              </a:extLst>
            </p:cNvPr>
            <p:cNvSpPr/>
            <p:nvPr/>
          </p:nvSpPr>
          <p:spPr>
            <a:xfrm>
              <a:off x="0" y="64803"/>
              <a:ext cx="7772400" cy="631825"/>
            </a:xfrm>
            <a:custGeom>
              <a:avLst/>
              <a:gdLst/>
              <a:ahLst/>
              <a:cxnLst/>
              <a:rect l="l" t="t" r="r" b="b"/>
              <a:pathLst>
                <a:path w="7772400" h="631825" extrusionOk="0">
                  <a:moveTo>
                    <a:pt x="0" y="631812"/>
                  </a:moveTo>
                  <a:lnTo>
                    <a:pt x="7772400" y="631812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631812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21;p12">
              <a:extLst>
                <a:ext uri="{FF2B5EF4-FFF2-40B4-BE49-F238E27FC236}">
                  <a16:creationId xmlns:a16="http://schemas.microsoft.com/office/drawing/2014/main" id="{53536BF8-A816-DF1A-2DEB-815F8C80A697}"/>
                </a:ext>
              </a:extLst>
            </p:cNvPr>
            <p:cNvSpPr/>
            <p:nvPr/>
          </p:nvSpPr>
          <p:spPr>
            <a:xfrm>
              <a:off x="-1" y="-14888"/>
              <a:ext cx="7772400" cy="109855"/>
            </a:xfrm>
            <a:custGeom>
              <a:avLst/>
              <a:gdLst/>
              <a:ahLst/>
              <a:cxnLst/>
              <a:rect l="l" t="t" r="r" b="b"/>
              <a:pathLst>
                <a:path w="7772400" h="109854" extrusionOk="0">
                  <a:moveTo>
                    <a:pt x="0" y="109600"/>
                  </a:moveTo>
                  <a:lnTo>
                    <a:pt x="7772400" y="109600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10960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Google Shape;22;p12">
            <a:extLst>
              <a:ext uri="{FF2B5EF4-FFF2-40B4-BE49-F238E27FC236}">
                <a16:creationId xmlns:a16="http://schemas.microsoft.com/office/drawing/2014/main" id="{AA34B60E-635C-35B8-9293-55C57FE98156}"/>
              </a:ext>
            </a:extLst>
          </p:cNvPr>
          <p:cNvSpPr txBox="1"/>
          <p:nvPr/>
        </p:nvSpPr>
        <p:spPr>
          <a:xfrm>
            <a:off x="1" y="6553200"/>
            <a:ext cx="221054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#9Slide01 Tieu de ngan" panose="00000800000000000000" pitchFamily="2" charset="0"/>
                <a:ea typeface="Arial"/>
                <a:cs typeface="Arial"/>
                <a:sym typeface="Arial"/>
              </a:rPr>
              <a:t>© 2025</a:t>
            </a:r>
            <a:r>
              <a:rPr lang="vi-VN" sz="1200" b="1" i="0" u="none" strike="noStrike" cap="none" dirty="0">
                <a:solidFill>
                  <a:srgbClr val="FFFFFF"/>
                </a:solidFill>
                <a:latin typeface="#9Slide01 Tieu de ngan" panose="00000800000000000000" pitchFamily="2" charset="0"/>
                <a:ea typeface="Arial"/>
                <a:cs typeface="Arial"/>
                <a:sym typeface="Arial"/>
              </a:rPr>
              <a:t> IMT Atlantique</a:t>
            </a:r>
            <a:endParaRPr sz="1200" b="1" i="0" u="none" strike="noStrike" cap="none" dirty="0">
              <a:solidFill>
                <a:srgbClr val="FFFFFF"/>
              </a:solidFill>
              <a:latin typeface="#9Slide01 Tieu de ngan" panose="00000800000000000000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3;p12">
            <a:extLst>
              <a:ext uri="{FF2B5EF4-FFF2-40B4-BE49-F238E27FC236}">
                <a16:creationId xmlns:a16="http://schemas.microsoft.com/office/drawing/2014/main" id="{9645ABB5-9C5E-F08B-AE25-552281B33F2F}"/>
              </a:ext>
            </a:extLst>
          </p:cNvPr>
          <p:cNvSpPr txBox="1"/>
          <p:nvPr/>
        </p:nvSpPr>
        <p:spPr>
          <a:xfrm>
            <a:off x="10776521" y="6550223"/>
            <a:ext cx="14154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rgbClr val="FFFFFF"/>
              </a:solidFill>
              <a:latin typeface="#9Slide01 Tieu de ngan" panose="00000800000000000000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12" name="Hộp Văn bản 13">
            <a:extLst>
              <a:ext uri="{FF2B5EF4-FFF2-40B4-BE49-F238E27FC236}">
                <a16:creationId xmlns:a16="http://schemas.microsoft.com/office/drawing/2014/main" id="{8EA701B3-7E47-F0B0-1D43-66C9A547953B}"/>
              </a:ext>
            </a:extLst>
          </p:cNvPr>
          <p:cNvSpPr txBox="1"/>
          <p:nvPr/>
        </p:nvSpPr>
        <p:spPr>
          <a:xfrm>
            <a:off x="6055533" y="1228782"/>
            <a:ext cx="558065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spc="-150" dirty="0">
                <a:latin typeface="LM Roman 9" pitchFamily="2" charset="77"/>
                <a:ea typeface="#9Slide02 Tieu de dai" panose="02000000000000000000" pitchFamily="2" charset="0"/>
                <a:cs typeface="Angsana New" panose="02020603050405020304" pitchFamily="18" charset="-34"/>
                <a:sym typeface="Arial"/>
              </a:rPr>
              <a:t>All content should always fit and be centered in this black bordered box</a:t>
            </a:r>
            <a:br>
              <a:rPr lang="vi-VN" sz="2800" spc="-150" dirty="0">
                <a:latin typeface="LM Roman 9" pitchFamily="2" charset="77"/>
                <a:ea typeface="#9Slide02 Tieu de dai" panose="02000000000000000000" pitchFamily="2" charset="0"/>
                <a:cs typeface="Angsana New" panose="02020603050405020304" pitchFamily="18" charset="-34"/>
                <a:sym typeface="Arial"/>
              </a:rPr>
            </a:br>
            <a:br>
              <a:rPr lang="vi-VN" sz="2800" spc="-150" dirty="0">
                <a:latin typeface="LM Roman 9" pitchFamily="2" charset="77"/>
                <a:ea typeface="#9Slide02 Tieu de dai" panose="02000000000000000000" pitchFamily="2" charset="0"/>
                <a:cs typeface="Angsana New" panose="02020603050405020304" pitchFamily="18" charset="-34"/>
                <a:sym typeface="Arial"/>
              </a:rPr>
            </a:br>
            <a:r>
              <a:rPr lang="vi-VN" sz="2800" spc="-150" dirty="0">
                <a:latin typeface="LM Roman 9" pitchFamily="2" charset="77"/>
                <a:ea typeface="#9Slide02 Tieu de dai" panose="02000000000000000000" pitchFamily="2" charset="0"/>
                <a:cs typeface="Angsana New" panose="02020603050405020304" pitchFamily="18" charset="-34"/>
                <a:sym typeface="Arial"/>
              </a:rPr>
              <a:t>Never let anything stick out of it</a:t>
            </a:r>
          </a:p>
          <a:p>
            <a:r>
              <a:rPr lang="vi-VN" sz="2800" spc="-150" dirty="0">
                <a:latin typeface="LM Roman 9" pitchFamily="2" charset="77"/>
                <a:ea typeface="#9Slide02 Tieu de dai" panose="02000000000000000000" pitchFamily="2" charset="0"/>
                <a:cs typeface="Angsana New" panose="02020603050405020304" pitchFamily="18" charset="-34"/>
                <a:sym typeface="Arial"/>
              </a:rPr>
              <a:t>Then delete the box in all slides at the end</a:t>
            </a:r>
          </a:p>
          <a:p>
            <a:endParaRPr lang="vi-VN" sz="2800" spc="-150" dirty="0">
              <a:latin typeface="LM Roman 9" pitchFamily="2" charset="77"/>
              <a:ea typeface="#9Slide02 Tieu de dai" panose="02000000000000000000" pitchFamily="2" charset="0"/>
              <a:cs typeface="Angsana New" panose="02020603050405020304" pitchFamily="18" charset="-34"/>
              <a:sym typeface="Arial"/>
            </a:endParaRPr>
          </a:p>
          <a:p>
            <a:r>
              <a:rPr lang="vi-VN" sz="2800" spc="-150" dirty="0">
                <a:latin typeface="LM Roman 9" pitchFamily="2" charset="77"/>
                <a:ea typeface="#9Slide02 Tieu de dai" panose="02000000000000000000" pitchFamily="2" charset="0"/>
                <a:cs typeface="Angsana New" panose="02020603050405020304" pitchFamily="18" charset="-34"/>
                <a:sym typeface="Arial"/>
              </a:rPr>
              <a:t>Text should be left aligned and figures should also be placed within the box and given appropriate captions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37BCAD3-5361-0989-F8F5-E5F91988AF8A}"/>
              </a:ext>
            </a:extLst>
          </p:cNvPr>
          <p:cNvGrpSpPr/>
          <p:nvPr/>
        </p:nvGrpSpPr>
        <p:grpSpPr>
          <a:xfrm>
            <a:off x="459285" y="1406010"/>
            <a:ext cx="4561867" cy="4446740"/>
            <a:chOff x="7114784" y="1265129"/>
            <a:chExt cx="4561867" cy="4446740"/>
          </a:xfrm>
        </p:grpSpPr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95B495D6-D8DE-4A6F-893E-94BB89F9DEA8}"/>
                </a:ext>
              </a:extLst>
            </p:cNvPr>
            <p:cNvCxnSpPr/>
            <p:nvPr/>
          </p:nvCxnSpPr>
          <p:spPr>
            <a:xfrm>
              <a:off x="7114784" y="1265129"/>
              <a:ext cx="4561867" cy="444674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BD3D4C16-9A6B-4CCC-2926-E47F3711D3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4784" y="1296026"/>
              <a:ext cx="4541729" cy="441584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09A38C1-9A39-ACDC-0BD1-3662D423B104}"/>
                </a:ext>
              </a:extLst>
            </p:cNvPr>
            <p:cNvSpPr/>
            <p:nvPr/>
          </p:nvSpPr>
          <p:spPr>
            <a:xfrm>
              <a:off x="7114784" y="1265129"/>
              <a:ext cx="4561867" cy="44467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5264FCD-AD05-7FAF-9837-9282AF8E3091}"/>
                </a:ext>
              </a:extLst>
            </p:cNvPr>
            <p:cNvSpPr/>
            <p:nvPr/>
          </p:nvSpPr>
          <p:spPr>
            <a:xfrm>
              <a:off x="8317282" y="2951946"/>
              <a:ext cx="2154477" cy="9541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Hộp Văn bản 13">
              <a:extLst>
                <a:ext uri="{FF2B5EF4-FFF2-40B4-BE49-F238E27FC236}">
                  <a16:creationId xmlns:a16="http://schemas.microsoft.com/office/drawing/2014/main" id="{B0940072-DCE9-0B2D-0CD6-514C3C9E1A5C}"/>
                </a:ext>
              </a:extLst>
            </p:cNvPr>
            <p:cNvSpPr txBox="1"/>
            <p:nvPr/>
          </p:nvSpPr>
          <p:spPr>
            <a:xfrm>
              <a:off x="8026205" y="2951946"/>
              <a:ext cx="273902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vi-VN" sz="2800" spc="-150" dirty="0">
                  <a:latin typeface="LM Roman 9" pitchFamily="2" charset="77"/>
                  <a:ea typeface="#9Slide02 Tieu de dai" panose="02000000000000000000" pitchFamily="2" charset="0"/>
                  <a:cs typeface="Angsana New" panose="02020603050405020304" pitchFamily="18" charset="-34"/>
                  <a:sym typeface="Arial"/>
                </a:rPr>
                <a:t>Maybe put a figure in there</a:t>
              </a:r>
            </a:p>
          </p:txBody>
        </p:sp>
      </p:grpSp>
      <p:sp>
        <p:nvSpPr>
          <p:cNvPr id="21" name="Hộp Văn bản 13">
            <a:extLst>
              <a:ext uri="{FF2B5EF4-FFF2-40B4-BE49-F238E27FC236}">
                <a16:creationId xmlns:a16="http://schemas.microsoft.com/office/drawing/2014/main" id="{B496D0B7-4D3D-2809-96D1-729F5CF1685B}"/>
              </a:ext>
            </a:extLst>
          </p:cNvPr>
          <p:cNvSpPr txBox="1"/>
          <p:nvPr/>
        </p:nvSpPr>
        <p:spPr>
          <a:xfrm>
            <a:off x="2116246" y="5820415"/>
            <a:ext cx="1141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pc="-150" dirty="0">
                <a:latin typeface="LM Roman 9" pitchFamily="2" charset="77"/>
                <a:ea typeface="#9Slide02 Tieu de dai" panose="02000000000000000000" pitchFamily="2" charset="0"/>
                <a:cs typeface="Angsana New" panose="02020603050405020304" pitchFamily="18" charset="-34"/>
                <a:sym typeface="Arial"/>
              </a:rPr>
              <a:t>(a) caption</a:t>
            </a:r>
          </a:p>
        </p:txBody>
      </p:sp>
    </p:spTree>
    <p:extLst>
      <p:ext uri="{BB962C8B-B14F-4D97-AF65-F5344CB8AC3E}">
        <p14:creationId xmlns:p14="http://schemas.microsoft.com/office/powerpoint/2010/main" val="14377134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l">
          <a:defRPr sz="4800" spc="-150" dirty="0" smtClean="0">
            <a:latin typeface="LM Roman 9" pitchFamily="2" charset="77"/>
            <a:ea typeface="#9Slide02 Tieu de dai" panose="02000000000000000000" pitchFamily="2" charset="0"/>
            <a:cs typeface="Angsana New" panose="02020603050405020304" pitchFamily="18" charset="-34"/>
            <a:sym typeface="Arial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123</Words>
  <Application>Microsoft Macintosh PowerPoint</Application>
  <PresentationFormat>Grand écran</PresentationFormat>
  <Paragraphs>23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0" baseType="lpstr">
      <vt:lpstr>#9Slide01 Tieu de ngan</vt:lpstr>
      <vt:lpstr>Aptos</vt:lpstr>
      <vt:lpstr>Aptos Display</vt:lpstr>
      <vt:lpstr>Arial</vt:lpstr>
      <vt:lpstr>LM Roman 10</vt:lpstr>
      <vt:lpstr>LM Roman 9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ROUXEL</dc:creator>
  <cp:lastModifiedBy>Martin ROUXEL</cp:lastModifiedBy>
  <cp:revision>3</cp:revision>
  <dcterms:created xsi:type="dcterms:W3CDTF">2025-11-10T15:56:31Z</dcterms:created>
  <dcterms:modified xsi:type="dcterms:W3CDTF">2025-11-10T18:56:13Z</dcterms:modified>
</cp:coreProperties>
</file>